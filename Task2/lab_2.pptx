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5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8230" y="144856"/>
            <a:ext cx="272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Лабораторная работа №2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14188"/>
            <a:ext cx="7981158" cy="49912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647" y="5608082"/>
            <a:ext cx="7983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быстрого преобразования Фурье представлена в методичке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языка программирования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цифровой обработки сигналов и дискретного анализа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64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23</Words>
  <Application>Microsoft Office PowerPoint</Application>
  <PresentationFormat>Экран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1</cp:lastModifiedBy>
  <cp:revision>41</cp:revision>
  <dcterms:created xsi:type="dcterms:W3CDTF">2022-08-27T14:42:32Z</dcterms:created>
  <dcterms:modified xsi:type="dcterms:W3CDTF">2026-02-11T15:50:03Z</dcterms:modified>
</cp:coreProperties>
</file>