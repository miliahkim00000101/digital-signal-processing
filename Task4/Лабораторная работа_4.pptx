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61" r:id="rId2"/>
    <p:sldId id="264" r:id="rId3"/>
    <p:sldId id="262" r:id="rId4"/>
    <p:sldId id="265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15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AFCD2-5E5E-408A-BB09-9973580E47AC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CA14B-309E-4393-83C5-E039D9BBDD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125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CA14B-309E-4393-83C5-E039D9BBDDDD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857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222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8312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1364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2282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89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6111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5939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675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373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055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300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F884C-FC3E-4C65-A52B-D247E61FA91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629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recordingblogs.com/wiki/planck-taper-window" TargetMode="Externa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8230" y="144856"/>
            <a:ext cx="27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Лабораторная </a:t>
            </a:r>
            <a:r>
              <a:rPr lang="ru-RU" b="1" smtClean="0"/>
              <a:t>работа №</a:t>
            </a:r>
            <a:r>
              <a:rPr lang="ru-RU" b="1" dirty="0"/>
              <a:t>4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2261203" y="6400067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14" y="3474406"/>
            <a:ext cx="4379945" cy="28679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2814" y="514188"/>
            <a:ext cx="90111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 передатчика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подается некоторый сигнал во времени. В качестве сигнала возможно рассмотреть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сигнал прямоугольных периодических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импульсов.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свертку сигнала с некоторым ядром во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временной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области.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качестве ядра свертки использовать (а)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A•exp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(-x^2)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(б) любую линейную функцию.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4"/>
          <a:srcRect t="1078"/>
          <a:stretch/>
        </p:blipFill>
        <p:spPr>
          <a:xfrm>
            <a:off x="4614112" y="3504838"/>
            <a:ext cx="4234557" cy="279260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6849" y="1692039"/>
            <a:ext cx="8671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Замечание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реализации свертки можно использовать готовую встроенную функцию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convolve(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signal,kernel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6346508" y="6400067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8230" y="3084195"/>
            <a:ext cx="129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6849" y="2380108"/>
            <a:ext cx="8671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разобраться в алгоритме свертки двух сигналов – реализуйте свой алгоритм, осуществляющий свертку сигнала с произвольным ядром.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564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5925" y="4461517"/>
            <a:ext cx="3435320" cy="22881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510" y="129576"/>
            <a:ext cx="8671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любого выбранного Вами ядра свертки убедиться, что свертка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временной области эквивалентна умножению в частотной области (теорема о свертке).</a:t>
            </a:r>
          </a:p>
        </p:txBody>
      </p:sp>
      <p:grpSp>
        <p:nvGrpSpPr>
          <p:cNvPr id="2" name="Группа 1"/>
          <p:cNvGrpSpPr/>
          <p:nvPr/>
        </p:nvGrpSpPr>
        <p:grpSpPr>
          <a:xfrm>
            <a:off x="972126" y="775907"/>
            <a:ext cx="6619119" cy="3579217"/>
            <a:chOff x="1722624" y="818260"/>
            <a:chExt cx="6619119" cy="3579217"/>
          </a:xfrm>
        </p:grpSpPr>
        <p:pic>
          <p:nvPicPr>
            <p:cNvPr id="10" name="Рисунок 9"/>
            <p:cNvPicPr>
              <a:picLocks noChangeAspect="1"/>
            </p:cNvPicPr>
            <p:nvPr/>
          </p:nvPicPr>
          <p:blipFill rotWithShape="1">
            <a:blip r:embed="rId3"/>
            <a:srcRect l="5810" t="15583" r="7680" b="2940"/>
            <a:stretch/>
          </p:blipFill>
          <p:spPr>
            <a:xfrm>
              <a:off x="1722624" y="818260"/>
              <a:ext cx="6619119" cy="357921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TextBox 5"/>
            <p:cNvSpPr txBox="1"/>
            <p:nvPr/>
          </p:nvSpPr>
          <p:spPr>
            <a:xfrm>
              <a:off x="5395470" y="4010813"/>
              <a:ext cx="27219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Теорема </a:t>
              </a:r>
              <a:r>
                <a:rPr lang="ru-RU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о </a:t>
              </a:r>
              <a:r>
                <a:rPr lang="ru-RU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свертке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688118" y="4461517"/>
            <a:ext cx="23532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программы приведен на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рис.3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7591245" y="6380320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66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3867440" y="743620"/>
            <a:ext cx="3257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Ядро Гаусса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задать в следующем виде, Рис.4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0835" y="87215"/>
            <a:ext cx="8309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Разобраться в реализации свертки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ядром Гаусса для реализации сглаживающего фильтра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 временной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области.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70" y="733547"/>
            <a:ext cx="3504670" cy="229652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3859154" y="2692687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0835" y="3106350"/>
            <a:ext cx="87761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Реализовать пункт (4) в частотной области. Убедиться, что результаты совпадают. Настройте параметры ядра Гаусса таким образом, чтобы реализовать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(а)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узкополосной фильтр (б) фильтр нижних частот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34" y="4531211"/>
            <a:ext cx="2980087" cy="1983317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7853" y="4531211"/>
            <a:ext cx="2800830" cy="1983317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7952" y="4595770"/>
            <a:ext cx="2874041" cy="2045758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4380389" y="6485859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0835" y="4074011"/>
            <a:ext cx="6951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работы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программы для пункта 5 (а) представлен на Рис.5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62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045" y="3350336"/>
            <a:ext cx="3769512" cy="2576051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568" y="3350336"/>
            <a:ext cx="3831218" cy="2576051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011" y="646331"/>
            <a:ext cx="3669174" cy="19043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967" y="0"/>
            <a:ext cx="8776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(а) Реализовать полосовой фильтр, используя окно Планка.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Замечание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Планка описывается уравнением, представленным на Рис.6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3911185" y="2239477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6226" y="2740315"/>
            <a:ext cx="8776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(б) Сравнить результат фильтрации зашумленного сигнала при использовании ядра Гаусса и окна Планка. Результат работы программы представлен на Рис. 7.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3940039" y="5860256"/>
            <a:ext cx="712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Рис.7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3911185" y="1593036"/>
            <a:ext cx="44877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hlinkClick r:id="rId5"/>
              </a:rPr>
              <a:t>https://</a:t>
            </a:r>
            <a:r>
              <a:rPr lang="ru-RU" dirty="0" smtClean="0">
                <a:hlinkClick r:id="rId5"/>
              </a:rPr>
              <a:t>www.recordingblogs.com/wiki/planck-taper-window</a:t>
            </a:r>
            <a:r>
              <a:rPr lang="en-US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2075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379</TotalTime>
  <Words>274</Words>
  <Application>Microsoft Office PowerPoint</Application>
  <PresentationFormat>Экран (4:3)</PresentationFormat>
  <Paragraphs>26</Paragraphs>
  <Slides>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Igor Kozulin</dc:creator>
  <cp:lastModifiedBy>1</cp:lastModifiedBy>
  <cp:revision>124</cp:revision>
  <dcterms:created xsi:type="dcterms:W3CDTF">2022-08-27T14:42:32Z</dcterms:created>
  <dcterms:modified xsi:type="dcterms:W3CDTF">2026-03-04T11:39:16Z</dcterms:modified>
</cp:coreProperties>
</file>