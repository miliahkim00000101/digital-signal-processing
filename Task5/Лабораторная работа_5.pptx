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0" r:id="rId2"/>
    <p:sldId id="274" r:id="rId3"/>
    <p:sldId id="275" r:id="rId4"/>
    <p:sldId id="266" r:id="rId5"/>
    <p:sldId id="271" r:id="rId6"/>
    <p:sldId id="276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82" autoAdjust="0"/>
  </p:normalViewPr>
  <p:slideViewPr>
    <p:cSldViewPr snapToGrid="0">
      <p:cViewPr varScale="1">
        <p:scale>
          <a:sx n="98" d="100"/>
          <a:sy n="98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FCD2-5E5E-408A-BB09-9973580E47AC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CA14B-309E-4393-83C5-E039D9BBDD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CA14B-309E-4393-83C5-E039D9BBDDD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95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2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1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1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93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3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884C-FC3E-4C65-A52B-D247E61FA91A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8106C-3361-4921-ABE5-EFBFA35F5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6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614" y="1843091"/>
            <a:ext cx="3277995" cy="780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650" y="366986"/>
            <a:ext cx="87325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вейвлет Морле во временном пространстве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(t)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формула (1).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Морле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частотном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()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можно сделать используя обратное преобразование Фурье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(t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или воспользоваться формулой (2).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Морле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выясните, как сместить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основную частоту фильтрации.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Объясните, как выбор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частоты влияет на фильтрацию сигнала и на поведение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Постройте графики временной и частотной формы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Морле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разных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значениях основной частоты фильтрации.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230" y="30556"/>
            <a:ext cx="27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Лабораторная работа №</a:t>
            </a:r>
            <a:r>
              <a:rPr lang="ru-RU" b="1" dirty="0"/>
              <a:t>5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30" y="3783306"/>
            <a:ext cx="8625017" cy="251719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919" y="1239897"/>
            <a:ext cx="2451857" cy="812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4823" y="204866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4823" y="147169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08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650" y="56090"/>
            <a:ext cx="873259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“Мексиканская шляпа”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 временном пространстве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(t)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“Мексиканская шляпа”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частотном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()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можно сделать используя обратное преобразование Фурье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(t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или воспользоваться формулой (4).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формулу “Мексиканская шляпа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выясните, как сместить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основную частоту фильтрации.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Объясните, как выбор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частоты влияет на фильтрацию сигнала и на поведение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Постройте графики временной и частотной формы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Морле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разных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значениях основной частоты фильтрации.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4823" y="173776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4823" y="116080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t="44859"/>
          <a:stretch/>
        </p:blipFill>
        <p:spPr>
          <a:xfrm>
            <a:off x="171309" y="2007115"/>
            <a:ext cx="5410200" cy="106619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/>
          <a:srcRect l="37379" t="3398" b="63498"/>
          <a:stretch/>
        </p:blipFill>
        <p:spPr>
          <a:xfrm>
            <a:off x="2876409" y="1025426"/>
            <a:ext cx="3387918" cy="64008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635" y="1575555"/>
            <a:ext cx="2486025" cy="5334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79" y="4266109"/>
            <a:ext cx="8917081" cy="257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9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0" y="4082141"/>
            <a:ext cx="1905000" cy="523875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3"/>
          <a:srcRect l="40829" r="33052" b="65207"/>
          <a:stretch/>
        </p:blipFill>
        <p:spPr>
          <a:xfrm>
            <a:off x="356061" y="3546821"/>
            <a:ext cx="1696659" cy="62103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l="33536" r="28320" b="42148"/>
          <a:stretch/>
        </p:blipFill>
        <p:spPr>
          <a:xfrm>
            <a:off x="3040343" y="726693"/>
            <a:ext cx="2426350" cy="946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9043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Хаара во временном пространстве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(t)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В</a:t>
            </a:r>
            <a:r>
              <a:rPr lang="ru-RU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ейвлет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состоит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из двух прямоугольных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импульсов положительного для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интервала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≤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0.5 и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отрицательного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для интервала 0.5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≤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и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быть представлен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формуле (5).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/>
            <a:endParaRPr lang="ru-RU" sz="1700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/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/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/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частотной области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Хаара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(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быть получен с помощью преобразования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Фурье от формулы (5) или используя формулу (6).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изменить центральную частоту фильтрации, мы можем применить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масштабирование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формуле (7).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мы хотим увеличить центральную частоту, нужно уменьшить временной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 и наоборот. Масштабирование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 временной области приводит к изменению частотных характеристик в частотной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формуле (8).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Постройте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 временной и частотной формы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Хаара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разных </a:t>
            </a:r>
            <a:r>
              <a:rPr lang="ru-RU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значениях основной частоты фильтрации.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493" y="2145031"/>
            <a:ext cx="2362200" cy="4953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63228"/>
          <a:stretch/>
        </p:blipFill>
        <p:spPr>
          <a:xfrm>
            <a:off x="2904053" y="3855053"/>
            <a:ext cx="6191382" cy="6256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46223" y="10155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46223" y="219883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8781" y="367267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08781" y="413127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6"/>
          <a:srcRect t="1633"/>
          <a:stretch/>
        </p:blipFill>
        <p:spPr>
          <a:xfrm>
            <a:off x="1757670" y="5057521"/>
            <a:ext cx="6023808" cy="173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8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0649" y="97280"/>
            <a:ext cx="87766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свертку сигнала с вейвлетами Морле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вейвлетом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Мексиканская шляпа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вейвлетом Хаара.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фильтрацию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сигналов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этих 3-х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 с тремя выделенными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частотами, (б) сигнала прямоугольных импульсов с фиксированной частотой.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результаты. Отметить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сильные и слабые стороны каждого из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шум к сигналам, отметить результаты фильтраций.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9" y="1934640"/>
            <a:ext cx="8858266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0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3498" y="29169"/>
            <a:ext cx="8805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На рис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.(а) приведен сигнал, частота которого меняется со временем. 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.(б) представлена спектрограмма данного сигнала, которая получена в результате сверки сигнала с вейвлетом Морле. Реализовать данный код на языке программирования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Разобраться в построении спектрограммы.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73" y="4505216"/>
            <a:ext cx="8677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Скачайте с интернета любой аудио файл, постройте для него три спектрограммы используя вейвлет Морле, вейвлет Хаара и вейвлет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Мексиканская шляпа. Объясните результаты.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Убедитесь, что Ваш алгоритм работает правильно, для этого скачайте аудио звук любой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чистой ноты и постройте для него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три спектрограммы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 вейвлет Морле, вейвлет Хаара и вейвлет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Мексиканская шляпа.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для ноты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первой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октавы основная гармоника должна соответствовать 440 Гц.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612297" y="1229498"/>
            <a:ext cx="7965645" cy="3222769"/>
            <a:chOff x="0" y="1181102"/>
            <a:chExt cx="5077540" cy="2399344"/>
          </a:xfrm>
        </p:grpSpPr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181102"/>
              <a:ext cx="4220179" cy="2399344"/>
            </a:xfrm>
            <a:prstGeom prst="rect">
              <a:avLst/>
            </a:prstGeom>
          </p:spPr>
        </p:pic>
        <p:sp>
          <p:nvSpPr>
            <p:cNvPr id="24" name="Прямоугольник 23"/>
            <p:cNvSpPr/>
            <p:nvPr/>
          </p:nvSpPr>
          <p:spPr>
            <a:xfrm>
              <a:off x="4393834" y="1288972"/>
              <a:ext cx="678933" cy="2992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Рис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.(а)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4389063" y="2420899"/>
              <a:ext cx="688477" cy="2992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Рис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.(б)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33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48" y="122365"/>
            <a:ext cx="7886700" cy="444077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048" y="501706"/>
            <a:ext cx="865634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Создается сигнал как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синусоида с частотной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модуляцией.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np.sin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(time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np.cumsum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freqmod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Формирование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фейвлета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Вейвлеты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комплексные синусоиды,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умноженные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гауссово окно. Они используются для анализа сигнала на разных частотах.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wavelets[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:]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(1j * 2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* time)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gaussian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Свертка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Свертка реализована через быстрое преобразование Фурье (FFT) для ускорения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вычислений. 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Вычисляется FFT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сигнала.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Перемножаются спектры (FFT сигнала и FFT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Обратное FFT (IFFT) возвращает результат свертки во временной области.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scipy.fftpack.fft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(signal,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# FFT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scipy.fftpack.fft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(wavelets[fi, :],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# FFT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вейвлета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scipy.fftpack.ifft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#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[fi, :]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np.abs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)**2  #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 Результат свертки визуализируется как временно-частотная карта, показывающая мощность сигнала на разных частотах и времени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plt.contourf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('Time (s)'),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('Frequency (Hz)')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9216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561</TotalTime>
  <Words>624</Words>
  <Application>Microsoft Office PowerPoint</Application>
  <PresentationFormat>Экран (4:3)</PresentationFormat>
  <Paragraphs>68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Kozulin</dc:creator>
  <cp:lastModifiedBy>1</cp:lastModifiedBy>
  <cp:revision>189</cp:revision>
  <dcterms:created xsi:type="dcterms:W3CDTF">2022-08-27T14:42:32Z</dcterms:created>
  <dcterms:modified xsi:type="dcterms:W3CDTF">2026-03-18T17:12:54Z</dcterms:modified>
</cp:coreProperties>
</file>