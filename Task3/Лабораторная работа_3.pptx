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1" r:id="rId2"/>
    <p:sldId id="262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5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AFCD2-5E5E-408A-BB09-9973580E47A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CA14B-309E-4393-83C5-E039D9BBDD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25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CA14B-309E-4393-83C5-E039D9BBDDD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857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22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31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28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8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11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93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67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37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05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30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F884C-FC3E-4C65-A52B-D247E61FA91A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62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24" y="3236264"/>
            <a:ext cx="8430238" cy="32659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87" y="0"/>
            <a:ext cx="272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Лабораторная работа №</a:t>
            </a:r>
            <a:r>
              <a:rPr lang="ru-RU" dirty="0"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87" y="331232"/>
            <a:ext cx="871669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AutoNum type="arabicPeriod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 передатчика подается сигнал косинуса с частотами 50,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150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450 Гц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Определите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спектр сигнала с помощью стандартной функции быстрого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преобразования Фурье.</a:t>
            </a:r>
          </a:p>
          <a:p>
            <a:pPr algn="just"/>
            <a:endParaRPr lang="en-US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алгоритм фильтра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Баттерворта нижних частот 2-го порядка (ФНЧ) к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сигналу из пункта 1,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убедиться, что происходит подавление высоких частот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сигнала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150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450 Гц.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моделировании ФНЧ воспользоваться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формулой (32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из методички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Козулин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Меркулова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ЦОС.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pdf”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Частоту среза фильтра Баттерворта подберите самостоятельно. В данном примере частота среза может варьироваться в диапазоне от 70 до 120 Гц.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графики исходного и отфильтрованного сигнала, спектра сигнала и спектр фильтра Баттерворта.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Убедитесь, что амплитуда исходного сигнала для частоты 50 Гц будет совпадать с амплитудой отфильтрованного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сигнала.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 фильтра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ФНЧ для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сигнала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тремя частотами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2 и 4 Гц представлен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рис 1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176762" y="6502246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138456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125331" y="5953000"/>
            <a:ext cx="7983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Замечание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Теория фильтрации сигналов представлена в методичке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Козулин Цифровая обработка сигналов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Python.pdf,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 115-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125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5332" y="96250"/>
            <a:ext cx="8749162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остроить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 высоких частот (ФВЧ) к сигналу, убедиться, что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происходит подавление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низких частот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сигнала (50 и 150 Гц),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воспользовавшись формулой (35) из методички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Козулин Цифровая обработка сигналов Python.pdf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графики исходного и отфильтрованного сигнала, спектра сигнала и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 ФНЧ.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полосовой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 и заграждающий фильтр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ПФ/ЗФ) настроенный на частоту 150Гц. При моделировании использовать формулы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(36) и (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38). Построить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графики исходного и отфильтрованного сигнала, спектра сигнала и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фильтров ПФ/ЗФ.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 формулам (28, 29) возможно построить фильтр Баттерворта любого порядка. Постройте фильтр 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Баттерворта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4-го и 5-го порядка с автоматическим определением полюсов фильтра. Реализуйте пункт 1 данной лабораторной для Фильтра 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Баттерворта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5-го порядка.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ru-RU" sz="17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примеч.</a:t>
            </a:r>
            <a:r>
              <a:rPr lang="en-US" sz="17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Полюсы передаточной функции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обладают симметрией,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их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и конфигурация расположения в обеих полуплоскостях одинаковы. При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этом физически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реализуемому фильтру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отвечают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полюсы, расположенные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левой полуплоскости.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Сравните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реализованный Вами фильтр 5-го порядка с фильтром 2-го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порядка, объясните разницу. 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Сравните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Ваш алгоритм ФНЧ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Баттерворта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5-го порядка с встроенным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фильтром 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Баттерворта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scipy.signal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также для 5-го порядка используя.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7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Добавьте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шум к исходному сигналу, посмотрите как происходит фильтрация для зашумленного сигнала.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ru-RU" sz="17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Реализуйте фильтр ФНЧ Чебышева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рода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-порядка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62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265</TotalTime>
  <Words>412</Words>
  <Application>Microsoft Office PowerPoint</Application>
  <PresentationFormat>Экран (4:3)</PresentationFormat>
  <Paragraphs>19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Igor Kozulin</dc:creator>
  <cp:lastModifiedBy>1</cp:lastModifiedBy>
  <cp:revision>97</cp:revision>
  <dcterms:created xsi:type="dcterms:W3CDTF">2022-08-27T14:42:32Z</dcterms:created>
  <dcterms:modified xsi:type="dcterms:W3CDTF">2026-02-18T15:33:21Z</dcterms:modified>
</cp:coreProperties>
</file>